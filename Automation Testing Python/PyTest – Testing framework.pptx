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est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PyTest</a:t>
            </a:r>
            <a:r>
              <a:rPr lang="en-US" dirty="0" smtClean="0"/>
              <a:t> – Testing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97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840843"/>
          </a:xfrm>
        </p:spPr>
        <p:txBody>
          <a:bodyPr>
            <a:normAutofit/>
          </a:bodyPr>
          <a:lstStyle/>
          <a:p>
            <a:r>
              <a:rPr lang="en-US" dirty="0" err="1"/>
              <a:t>Pytest</a:t>
            </a:r>
            <a:r>
              <a:rPr lang="en-US" dirty="0"/>
              <a:t> is a python based testing framework, which is used to write and execute test codes</a:t>
            </a:r>
            <a:endParaRPr lang="en-US" dirty="0" smtClean="0"/>
          </a:p>
          <a:p>
            <a:r>
              <a:rPr lang="en-US" dirty="0" err="1" smtClean="0"/>
              <a:t>pytest</a:t>
            </a:r>
            <a:r>
              <a:rPr lang="en-US" dirty="0" smtClean="0"/>
              <a:t> </a:t>
            </a:r>
            <a:r>
              <a:rPr lang="en-US" dirty="0"/>
              <a:t>is </a:t>
            </a:r>
            <a:r>
              <a:rPr lang="en-US" b="1" dirty="0"/>
              <a:t>a framework that </a:t>
            </a:r>
            <a:r>
              <a:rPr lang="en-US" b="1" dirty="0" smtClean="0"/>
              <a:t>makes </a:t>
            </a:r>
            <a:r>
              <a:rPr lang="en-US" b="1" dirty="0"/>
              <a:t>building simple and scalable tests </a:t>
            </a:r>
            <a:r>
              <a:rPr lang="en-US" b="1" dirty="0" smtClean="0"/>
              <a:t>easy</a:t>
            </a:r>
          </a:p>
          <a:p>
            <a:r>
              <a:rPr lang="en-US" dirty="0"/>
              <a:t>R</a:t>
            </a:r>
            <a:r>
              <a:rPr lang="en-US" dirty="0" smtClean="0"/>
              <a:t>un </a:t>
            </a:r>
            <a:r>
              <a:rPr lang="en-US" dirty="0"/>
              <a:t>multiple tests in </a:t>
            </a:r>
            <a:r>
              <a:rPr lang="en-US" b="1" dirty="0"/>
              <a:t>parallel</a:t>
            </a:r>
            <a:r>
              <a:rPr lang="en-US" dirty="0"/>
              <a:t>, which reduces the execution time of the test </a:t>
            </a:r>
            <a:r>
              <a:rPr lang="en-US" dirty="0" smtClean="0"/>
              <a:t>suite</a:t>
            </a:r>
          </a:p>
          <a:p>
            <a:r>
              <a:rPr lang="en-US" dirty="0" smtClean="0"/>
              <a:t>Has </a:t>
            </a:r>
            <a:r>
              <a:rPr lang="en-US" dirty="0"/>
              <a:t>its own way to detect the test file and test functions automatically, if not mentioned </a:t>
            </a:r>
            <a:r>
              <a:rPr lang="en-US" dirty="0" smtClean="0"/>
              <a:t>explicitly</a:t>
            </a:r>
          </a:p>
          <a:p>
            <a:r>
              <a:rPr lang="en-US" dirty="0"/>
              <a:t>allows </a:t>
            </a:r>
            <a:r>
              <a:rPr lang="en-US" dirty="0" smtClean="0"/>
              <a:t>us </a:t>
            </a:r>
            <a:r>
              <a:rPr lang="en-US" dirty="0"/>
              <a:t>to </a:t>
            </a:r>
            <a:r>
              <a:rPr lang="en-US" dirty="0" smtClean="0"/>
              <a:t>skip/run </a:t>
            </a:r>
            <a:r>
              <a:rPr lang="en-US" dirty="0"/>
              <a:t>a subset of the tests during execution</a:t>
            </a:r>
            <a:r>
              <a:rPr lang="en-US" dirty="0" smtClean="0"/>
              <a:t>.</a:t>
            </a:r>
          </a:p>
          <a:p>
            <a:r>
              <a:rPr lang="en-US" dirty="0"/>
              <a:t>free and open </a:t>
            </a:r>
            <a:r>
              <a:rPr lang="en-US" dirty="0" smtClean="0"/>
              <a:t>source</a:t>
            </a:r>
          </a:p>
          <a:p>
            <a:r>
              <a:rPr lang="en-US" dirty="0"/>
              <a:t>simple syntax, </a:t>
            </a:r>
            <a:r>
              <a:rPr lang="en-US" dirty="0" err="1"/>
              <a:t>pytest</a:t>
            </a:r>
            <a:r>
              <a:rPr lang="en-US" dirty="0"/>
              <a:t> is very easy to start with</a:t>
            </a:r>
          </a:p>
        </p:txBody>
      </p:sp>
    </p:spTree>
    <p:extLst>
      <p:ext uri="{BB962C8B-B14F-4D97-AF65-F5344CB8AC3E}">
        <p14:creationId xmlns:p14="http://schemas.microsoft.com/office/powerpoint/2010/main" val="100100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 err="1" smtClean="0"/>
              <a:t>pytest</a:t>
            </a:r>
            <a:endParaRPr lang="en-US" dirty="0" smtClean="0"/>
          </a:p>
          <a:p>
            <a:pPr lvl="1"/>
            <a:r>
              <a:rPr lang="en-US" dirty="0" smtClean="0"/>
              <a:t>pip install -U </a:t>
            </a:r>
            <a:r>
              <a:rPr lang="en-US" dirty="0" err="1" smtClean="0"/>
              <a:t>pytest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342900" lvl="1" indent="-342900"/>
            <a:r>
              <a:rPr lang="en-US" sz="1800" dirty="0"/>
              <a:t>Check version </a:t>
            </a:r>
            <a:endParaRPr lang="en-US" sz="1800" dirty="0" smtClean="0"/>
          </a:p>
          <a:p>
            <a:pPr marL="742950" lvl="2" indent="-342900"/>
            <a:r>
              <a:rPr lang="en-US" sz="1600" dirty="0" err="1"/>
              <a:t>p</a:t>
            </a:r>
            <a:r>
              <a:rPr lang="en-US" sz="1600" dirty="0" err="1" smtClean="0"/>
              <a:t>ytest</a:t>
            </a:r>
            <a:r>
              <a:rPr lang="en-US" sz="1600" dirty="0" smtClean="0"/>
              <a:t> --version</a:t>
            </a:r>
          </a:p>
          <a:p>
            <a:pPr marL="742950" lvl="2" indent="-342900"/>
            <a:endParaRPr lang="en-US" sz="1600" dirty="0"/>
          </a:p>
          <a:p>
            <a:pPr marL="342900" lvl="1" indent="-342900"/>
            <a:r>
              <a:rPr lang="en-US" sz="1800" dirty="0" smtClean="0"/>
              <a:t>Documentation </a:t>
            </a:r>
          </a:p>
          <a:p>
            <a:pPr marL="742950" lvl="2" indent="-342900"/>
            <a:r>
              <a:rPr lang="en-US" sz="1600" dirty="0">
                <a:hlinkClick r:id="rId2"/>
              </a:rPr>
              <a:t>https://docs.pytest.org</a:t>
            </a:r>
            <a:r>
              <a:rPr lang="en-US" sz="1600" dirty="0" smtClean="0">
                <a:hlinkClick r:id="rId2"/>
              </a:rPr>
              <a:t>/</a:t>
            </a:r>
            <a:endParaRPr lang="en-US" sz="1600" dirty="0" smtClean="0"/>
          </a:p>
          <a:p>
            <a:pPr marL="742950" lvl="2" indent="-342900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907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naming conventions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4579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Test file name has to be start or end with word </a:t>
            </a:r>
            <a:r>
              <a:rPr lang="en-US" b="1" dirty="0" smtClean="0"/>
              <a:t>“</a:t>
            </a:r>
            <a:r>
              <a:rPr lang="en-US" b="1" dirty="0" smtClean="0"/>
              <a:t>test”, </a:t>
            </a:r>
            <a:r>
              <a:rPr lang="en-US" dirty="0" smtClean="0"/>
              <a:t>then only it will consider as test script</a:t>
            </a:r>
          </a:p>
          <a:p>
            <a:r>
              <a:rPr lang="en-US" dirty="0" smtClean="0"/>
              <a:t>E.g.   </a:t>
            </a:r>
          </a:p>
          <a:p>
            <a:pPr lvl="1"/>
            <a:r>
              <a:rPr lang="en-US" b="1" dirty="0"/>
              <a:t>t</a:t>
            </a:r>
            <a:r>
              <a:rPr lang="en-US" b="1" dirty="0" smtClean="0"/>
              <a:t>est</a:t>
            </a:r>
            <a:r>
              <a:rPr lang="en-US" dirty="0" smtClean="0"/>
              <a:t>_file1.py</a:t>
            </a:r>
          </a:p>
          <a:p>
            <a:pPr lvl="1"/>
            <a:r>
              <a:rPr lang="en-US" dirty="0" smtClean="0"/>
              <a:t>file1_</a:t>
            </a:r>
            <a:r>
              <a:rPr lang="en-US" b="1" dirty="0" smtClean="0"/>
              <a:t>test</a:t>
            </a:r>
            <a:r>
              <a:rPr lang="en-US" dirty="0" smtClean="0"/>
              <a:t>.py</a:t>
            </a:r>
          </a:p>
          <a:p>
            <a:pPr lvl="1"/>
            <a:endParaRPr lang="en-US" sz="1800" dirty="0" smtClean="0"/>
          </a:p>
          <a:p>
            <a:pPr marL="457200" lvl="1" indent="0">
              <a:buNone/>
            </a:pPr>
            <a:r>
              <a:rPr lang="en-US" sz="1800" dirty="0" err="1" smtClean="0"/>
              <a:t>Pytest</a:t>
            </a:r>
            <a:r>
              <a:rPr lang="en-US" sz="1800" dirty="0" smtClean="0"/>
              <a:t> will run all files from current </a:t>
            </a:r>
            <a:r>
              <a:rPr lang="en-US" sz="1800" dirty="0" err="1" smtClean="0"/>
              <a:t>dir</a:t>
            </a:r>
            <a:r>
              <a:rPr lang="en-US" sz="1800" dirty="0" smtClean="0"/>
              <a:t>/ subdirectories which match pattern to </a:t>
            </a:r>
            <a:r>
              <a:rPr lang="en-US" sz="1800" b="1" dirty="0" smtClean="0"/>
              <a:t>test_*.py</a:t>
            </a:r>
            <a:r>
              <a:rPr lang="en-US" sz="1800" dirty="0" smtClean="0"/>
              <a:t> or </a:t>
            </a:r>
            <a:r>
              <a:rPr lang="en-US" sz="1800" b="1" dirty="0" smtClean="0"/>
              <a:t>*_</a:t>
            </a:r>
            <a:r>
              <a:rPr lang="en-US" sz="1800" b="1" dirty="0" smtClean="0"/>
              <a:t>test.py</a:t>
            </a:r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r>
              <a:rPr lang="en-US" sz="1800" b="1" dirty="0" smtClean="0"/>
              <a:t>test_facebook</a:t>
            </a:r>
            <a:r>
              <a:rPr lang="en-US" sz="1800" b="1" dirty="0" smtClean="0"/>
              <a:t>_login.py</a:t>
            </a:r>
          </a:p>
          <a:p>
            <a:pPr marL="457200" lvl="1" indent="0">
              <a:buNone/>
            </a:pPr>
            <a:r>
              <a:rPr lang="en-US" sz="1800" b="1" dirty="0" smtClean="0"/>
              <a:t>facebook_login_test.py</a:t>
            </a:r>
            <a:endParaRPr lang="en-US" sz="1800" b="1" dirty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36229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9091015" cy="1042701"/>
          </a:xfrm>
        </p:spPr>
        <p:txBody>
          <a:bodyPr/>
          <a:lstStyle/>
          <a:p>
            <a:r>
              <a:rPr lang="en-US" dirty="0" smtClean="0"/>
              <a:t>Function/test case naming conventions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function name has to be start with word </a:t>
            </a:r>
            <a:r>
              <a:rPr lang="en-US" b="1" dirty="0" smtClean="0"/>
              <a:t>“test”, </a:t>
            </a:r>
            <a:r>
              <a:rPr lang="en-US" dirty="0" smtClean="0"/>
              <a:t>then only it will consider as test function or test case</a:t>
            </a:r>
          </a:p>
          <a:p>
            <a:r>
              <a:rPr lang="en-US" dirty="0" smtClean="0"/>
              <a:t>E.g.   </a:t>
            </a:r>
          </a:p>
          <a:p>
            <a:pPr lvl="1"/>
            <a:r>
              <a:rPr lang="en-US" b="1" dirty="0" smtClean="0"/>
              <a:t>test_1</a:t>
            </a:r>
            <a:r>
              <a:rPr lang="en-US" dirty="0" smtClean="0"/>
              <a:t>()		#valid</a:t>
            </a:r>
          </a:p>
          <a:p>
            <a:pPr lvl="1"/>
            <a:r>
              <a:rPr lang="en-US" sz="1800" dirty="0" err="1" smtClean="0"/>
              <a:t>some_test</a:t>
            </a:r>
            <a:r>
              <a:rPr lang="en-US" sz="1800" dirty="0" smtClean="0"/>
              <a:t>()     #invalid</a:t>
            </a:r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r>
              <a:rPr lang="en-US" sz="1800" b="1" dirty="0" smtClean="0"/>
              <a:t>Between 2 test function put 2 new lines</a:t>
            </a:r>
          </a:p>
          <a:p>
            <a:pPr marL="457200" lvl="1" indent="0">
              <a:buNone/>
            </a:pPr>
            <a:r>
              <a:rPr lang="en-US" sz="1800" b="1" dirty="0" smtClean="0"/>
              <a:t>Always start test function name with small letter</a:t>
            </a:r>
          </a:p>
          <a:p>
            <a:pPr marL="457200" lvl="1" indent="0">
              <a:buNone/>
            </a:pPr>
            <a:endParaRPr lang="en-US" sz="1800" b="1" dirty="0" smtClean="0"/>
          </a:p>
          <a:p>
            <a:pPr marL="457200" lvl="1" indent="0">
              <a:buNone/>
            </a:pPr>
            <a:endParaRPr lang="en-US" sz="1800" b="1" dirty="0"/>
          </a:p>
          <a:p>
            <a:pPr marL="457200" lvl="1" indent="0"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55004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4" y="2403566"/>
            <a:ext cx="10833463" cy="3718560"/>
          </a:xfrm>
        </p:spPr>
        <p:txBody>
          <a:bodyPr/>
          <a:lstStyle/>
          <a:p>
            <a:r>
              <a:rPr lang="en-US" dirty="0" smtClean="0"/>
              <a:t>File name : test_first.py</a:t>
            </a:r>
            <a:endParaRPr lang="en-US" dirty="0"/>
          </a:p>
          <a:p>
            <a:pPr marL="0" indent="0">
              <a:buNone/>
            </a:pPr>
            <a:r>
              <a:rPr lang="en-US" altLang="en-US" dirty="0">
                <a:solidFill>
                  <a:srgbClr val="CC7832"/>
                </a:solidFill>
                <a:latin typeface="JetBrains Mono"/>
              </a:rPr>
              <a:t>def </a:t>
            </a:r>
            <a:r>
              <a:rPr lang="en-US" altLang="en-US" dirty="0">
                <a:solidFill>
                  <a:srgbClr val="FFC66D"/>
                </a:solidFill>
                <a:latin typeface="JetBrains Mono"/>
              </a:rPr>
              <a:t>test_1</a:t>
            </a:r>
            <a:r>
              <a:rPr lang="en-US" altLang="en-US" dirty="0">
                <a:solidFill>
                  <a:srgbClr val="A9B7C6"/>
                </a:solidFill>
                <a:latin typeface="JetBrains Mono"/>
              </a:rPr>
              <a:t>():</a:t>
            </a:r>
            <a:br>
              <a:rPr lang="en-US" altLang="en-US" dirty="0">
                <a:solidFill>
                  <a:srgbClr val="A9B7C6"/>
                </a:solidFill>
                <a:latin typeface="JetBrains Mono"/>
              </a:rPr>
            </a:br>
            <a:r>
              <a:rPr lang="en-US" altLang="en-US" dirty="0">
                <a:solidFill>
                  <a:srgbClr val="A9B7C6"/>
                </a:solidFill>
                <a:latin typeface="JetBrains Mono"/>
              </a:rPr>
              <a:t>    x=</a:t>
            </a:r>
            <a:r>
              <a:rPr lang="en-US" altLang="en-US" dirty="0">
                <a:solidFill>
                  <a:srgbClr val="6897BB"/>
                </a:solidFill>
                <a:latin typeface="JetBrains Mono"/>
              </a:rPr>
              <a:t>10</a:t>
            </a:r>
            <a:br>
              <a:rPr lang="en-US" altLang="en-US" dirty="0">
                <a:solidFill>
                  <a:srgbClr val="6897BB"/>
                </a:solidFill>
                <a:latin typeface="JetBrains Mono"/>
              </a:rPr>
            </a:br>
            <a:r>
              <a:rPr lang="en-US" altLang="en-US" dirty="0">
                <a:solidFill>
                  <a:srgbClr val="6897BB"/>
                </a:solidFill>
                <a:latin typeface="JetBrains Mono"/>
              </a:rPr>
              <a:t>    </a:t>
            </a:r>
            <a:r>
              <a:rPr lang="en-US" altLang="en-US" dirty="0">
                <a:solidFill>
                  <a:srgbClr val="A9B7C6"/>
                </a:solidFill>
                <a:latin typeface="JetBrains Mono"/>
              </a:rPr>
              <a:t>y=</a:t>
            </a:r>
            <a:r>
              <a:rPr lang="en-US" altLang="en-US" dirty="0">
                <a:solidFill>
                  <a:srgbClr val="6897BB"/>
                </a:solidFill>
                <a:latin typeface="JetBrains Mono"/>
              </a:rPr>
              <a:t>20</a:t>
            </a:r>
            <a:br>
              <a:rPr lang="en-US" altLang="en-US" dirty="0">
                <a:solidFill>
                  <a:srgbClr val="6897BB"/>
                </a:solidFill>
                <a:latin typeface="JetBrains Mono"/>
              </a:rPr>
            </a:br>
            <a:r>
              <a:rPr lang="en-US" altLang="en-US" dirty="0">
                <a:solidFill>
                  <a:srgbClr val="6897BB"/>
                </a:solidFill>
                <a:latin typeface="JetBrains Mono"/>
              </a:rPr>
              <a:t>    </a:t>
            </a:r>
            <a:r>
              <a:rPr lang="en-US" altLang="en-US" dirty="0">
                <a:solidFill>
                  <a:srgbClr val="CC7832"/>
                </a:solidFill>
                <a:latin typeface="JetBrains Mono"/>
              </a:rPr>
              <a:t>assert </a:t>
            </a:r>
            <a:r>
              <a:rPr lang="en-US" altLang="en-US" dirty="0">
                <a:solidFill>
                  <a:srgbClr val="A9B7C6"/>
                </a:solidFill>
                <a:latin typeface="JetBrains Mono"/>
              </a:rPr>
              <a:t>x==y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Run command in terminal :  </a:t>
            </a:r>
            <a:r>
              <a:rPr lang="en-US" b="1" dirty="0" err="1" smtClean="0"/>
              <a:t>pytest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4231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Reporting flags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101" y="4590843"/>
            <a:ext cx="11029802" cy="1043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4954" y="2682240"/>
            <a:ext cx="103316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we run test with </a:t>
            </a:r>
            <a:r>
              <a:rPr lang="en-US" b="1" dirty="0" err="1" smtClean="0"/>
              <a:t>pytest</a:t>
            </a:r>
            <a:r>
              <a:rPr lang="en-US" dirty="0" smtClean="0"/>
              <a:t> command then by default </a:t>
            </a:r>
            <a:r>
              <a:rPr lang="en-US" b="1" dirty="0" smtClean="0"/>
              <a:t>only failed test </a:t>
            </a:r>
            <a:r>
              <a:rPr lang="en-US" dirty="0" smtClean="0"/>
              <a:t>case report will get received </a:t>
            </a:r>
          </a:p>
          <a:p>
            <a:endParaRPr lang="en-US" dirty="0"/>
          </a:p>
          <a:p>
            <a:r>
              <a:rPr lang="en-US" dirty="0" smtClean="0"/>
              <a:t>If want all then change command as below</a:t>
            </a:r>
          </a:p>
          <a:p>
            <a:r>
              <a:rPr lang="en-US" dirty="0"/>
              <a:t>	</a:t>
            </a:r>
            <a:r>
              <a:rPr lang="en-US" b="1" dirty="0" err="1" smtClean="0"/>
              <a:t>pytest</a:t>
            </a:r>
            <a:r>
              <a:rPr lang="en-US" b="1" dirty="0" smtClean="0"/>
              <a:t> -</a:t>
            </a:r>
            <a:r>
              <a:rPr lang="en-US" b="1" dirty="0" err="1" smtClean="0"/>
              <a:t>rA</a:t>
            </a:r>
            <a:endParaRPr lang="en-US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960308" y="6179512"/>
            <a:ext cx="4689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Pytest</a:t>
            </a:r>
            <a:r>
              <a:rPr lang="en-US" dirty="0" smtClean="0"/>
              <a:t> help   :   </a:t>
            </a:r>
            <a:r>
              <a:rPr lang="en-US" b="1" dirty="0" err="1" smtClean="0"/>
              <a:t>pytest</a:t>
            </a:r>
            <a:r>
              <a:rPr lang="en-US" b="1" dirty="0" smtClean="0"/>
              <a:t> --help </a:t>
            </a:r>
            <a:r>
              <a:rPr lang="en-US" dirty="0" smtClean="0"/>
              <a:t>or </a:t>
            </a:r>
            <a:r>
              <a:rPr lang="en-US" b="1" dirty="0" err="1" smtClean="0"/>
              <a:t>pytest</a:t>
            </a:r>
            <a:r>
              <a:rPr lang="en-US" b="1" dirty="0" smtClean="0"/>
              <a:t> --h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99414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test cases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07409"/>
            <a:ext cx="8825659" cy="3416300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pytest</a:t>
            </a:r>
            <a:r>
              <a:rPr lang="en-US" dirty="0" smtClean="0"/>
              <a:t>    execute all test cases from all file from directory and sub directories which match pattern test_*.py or *_test.py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pytest</a:t>
            </a:r>
            <a:r>
              <a:rPr lang="en-US" b="1" dirty="0" smtClean="0">
                <a:solidFill>
                  <a:srgbClr val="FF0000"/>
                </a:solidFill>
              </a:rPr>
              <a:t> test_first.py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</a:t>
            </a:r>
            <a:r>
              <a:rPr lang="en-US" dirty="0"/>
              <a:t>only execute tests </a:t>
            </a:r>
            <a:r>
              <a:rPr lang="en-US" dirty="0" smtClean="0"/>
              <a:t>from </a:t>
            </a:r>
            <a:r>
              <a:rPr lang="en-US" dirty="0"/>
              <a:t>test_first.py </a:t>
            </a:r>
            <a:r>
              <a:rPr lang="en-US" dirty="0" smtClean="0"/>
              <a:t>file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pytest</a:t>
            </a:r>
            <a:r>
              <a:rPr lang="en-US" b="1" dirty="0" smtClean="0">
                <a:solidFill>
                  <a:srgbClr val="FF0000"/>
                </a:solidFill>
              </a:rPr>
              <a:t> test_first.py –</a:t>
            </a:r>
            <a:r>
              <a:rPr lang="en-US" b="1" dirty="0" err="1" smtClean="0">
                <a:solidFill>
                  <a:srgbClr val="FF0000"/>
                </a:solidFill>
              </a:rPr>
              <a:t>rA</a:t>
            </a:r>
            <a:r>
              <a:rPr lang="en-US" b="1" dirty="0" smtClean="0">
                <a:solidFill>
                  <a:srgbClr val="FF0000"/>
                </a:solidFill>
              </a:rPr>
              <a:t> –k login</a:t>
            </a:r>
            <a:r>
              <a:rPr lang="en-US" dirty="0" smtClean="0"/>
              <a:t>	only execute test from test_first.py file which contains “login” 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534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</a:t>
            </a:r>
            <a:r>
              <a:rPr lang="en-US" dirty="0" err="1" smtClean="0"/>
              <a:t>pycharm</a:t>
            </a:r>
            <a:r>
              <a:rPr lang="en-US" dirty="0" smtClean="0"/>
              <a:t> for </a:t>
            </a:r>
            <a:r>
              <a:rPr lang="en-US" dirty="0" err="1" smtClean="0"/>
              <a:t>pytest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 package </a:t>
            </a:r>
            <a:r>
              <a:rPr lang="en-US" dirty="0" err="1" smtClean="0"/>
              <a:t>pytest</a:t>
            </a:r>
            <a:r>
              <a:rPr lang="en-US" dirty="0" smtClean="0"/>
              <a:t> in </a:t>
            </a:r>
            <a:r>
              <a:rPr lang="en-US" dirty="0" err="1" smtClean="0"/>
              <a:t>pycharm</a:t>
            </a:r>
            <a:r>
              <a:rPr lang="en-US" dirty="0" smtClean="0"/>
              <a:t> project.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726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report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246449"/>
            <a:ext cx="8825659" cy="4169982"/>
          </a:xfrm>
        </p:spPr>
        <p:txBody>
          <a:bodyPr>
            <a:normAutofit/>
          </a:bodyPr>
          <a:lstStyle/>
          <a:p>
            <a:r>
              <a:rPr lang="en-US" dirty="0" smtClean="0"/>
              <a:t>Generate XML report</a:t>
            </a:r>
          </a:p>
          <a:p>
            <a:pPr lvl="1"/>
            <a:r>
              <a:rPr lang="en-US" dirty="0" err="1" smtClean="0"/>
              <a:t>pytest</a:t>
            </a:r>
            <a:r>
              <a:rPr lang="en-US" dirty="0" smtClean="0"/>
              <a:t> -</a:t>
            </a:r>
            <a:r>
              <a:rPr lang="en-US" dirty="0" err="1" smtClean="0"/>
              <a:t>rA</a:t>
            </a:r>
            <a:r>
              <a:rPr lang="en-US" dirty="0" smtClean="0"/>
              <a:t>  --</a:t>
            </a:r>
            <a:r>
              <a:rPr lang="en-US" dirty="0" err="1" smtClean="0"/>
              <a:t>junitxml</a:t>
            </a:r>
            <a:r>
              <a:rPr lang="en-US" dirty="0" smtClean="0"/>
              <a:t>=“report1.xml”</a:t>
            </a:r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This will create and dump all result in xml format </a:t>
            </a:r>
            <a:r>
              <a:rPr lang="en-US" dirty="0" smtClean="0"/>
              <a:t>file</a:t>
            </a:r>
          </a:p>
          <a:p>
            <a:pPr marL="400050" lvl="1" indent="0">
              <a:buNone/>
            </a:pPr>
            <a:endParaRPr lang="en-US" dirty="0"/>
          </a:p>
          <a:p>
            <a:pPr marL="342900" lvl="1" indent="-342900"/>
            <a:r>
              <a:rPr lang="en-US" sz="1800" dirty="0"/>
              <a:t>Generate </a:t>
            </a:r>
            <a:r>
              <a:rPr lang="en-US" sz="1800" dirty="0" smtClean="0"/>
              <a:t>HTML report basic</a:t>
            </a:r>
            <a:endParaRPr lang="en-US" sz="1800" dirty="0"/>
          </a:p>
          <a:p>
            <a:pPr marL="400050" lvl="1" indent="0">
              <a:buNone/>
            </a:pPr>
            <a:r>
              <a:rPr lang="en-US" dirty="0" smtClean="0"/>
              <a:t>Install package   :     pip install </a:t>
            </a:r>
            <a:r>
              <a:rPr lang="en-US" dirty="0" err="1" smtClean="0"/>
              <a:t>pytest</a:t>
            </a:r>
            <a:r>
              <a:rPr lang="en-US" dirty="0" smtClean="0"/>
              <a:t>-html</a:t>
            </a:r>
          </a:p>
          <a:p>
            <a:pPr marL="400050" lvl="1" indent="0">
              <a:buNone/>
            </a:pPr>
            <a:r>
              <a:rPr lang="en-US" dirty="0" smtClean="0"/>
              <a:t>Run test                 :     </a:t>
            </a:r>
            <a:r>
              <a:rPr lang="en-US" dirty="0" err="1" smtClean="0"/>
              <a:t>pytest</a:t>
            </a:r>
            <a:r>
              <a:rPr lang="en-US" dirty="0" smtClean="0"/>
              <a:t> --html=myHTMLReport.html</a:t>
            </a:r>
          </a:p>
          <a:p>
            <a:pPr marL="400050" lvl="1" indent="0">
              <a:buNone/>
            </a:pPr>
            <a:endParaRPr lang="en-US" dirty="0"/>
          </a:p>
          <a:p>
            <a:pPr marL="342900" lvl="1" indent="-342900"/>
            <a:r>
              <a:rPr lang="en-US" sz="1800" dirty="0"/>
              <a:t>Generate HTML report </a:t>
            </a:r>
            <a:r>
              <a:rPr lang="en-US" sz="1800" dirty="0" smtClean="0"/>
              <a:t>advanced</a:t>
            </a:r>
            <a:endParaRPr lang="en-US" sz="1800" dirty="0"/>
          </a:p>
          <a:p>
            <a:pPr marL="400050" lvl="1" indent="0">
              <a:buNone/>
            </a:pPr>
            <a:r>
              <a:rPr lang="en-US" dirty="0"/>
              <a:t>Install package   :     pip install </a:t>
            </a:r>
            <a:r>
              <a:rPr lang="en-US" dirty="0" smtClean="0"/>
              <a:t>allure-</a:t>
            </a:r>
            <a:r>
              <a:rPr lang="en-US" dirty="0" err="1" smtClean="0"/>
              <a:t>pytest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Run test                 :     </a:t>
            </a:r>
            <a:r>
              <a:rPr lang="en-US" dirty="0" err="1"/>
              <a:t>pytest</a:t>
            </a:r>
            <a:r>
              <a:rPr lang="en-US" dirty="0"/>
              <a:t> --</a:t>
            </a:r>
            <a:r>
              <a:rPr lang="en-US" dirty="0" err="1"/>
              <a:t>alluredir</a:t>
            </a:r>
            <a:r>
              <a:rPr lang="en-US" dirty="0"/>
              <a:t>=/</a:t>
            </a:r>
            <a:r>
              <a:rPr lang="en-US" dirty="0" err="1"/>
              <a:t>tmp</a:t>
            </a:r>
            <a:r>
              <a:rPr lang="en-US" dirty="0"/>
              <a:t>/</a:t>
            </a:r>
            <a:r>
              <a:rPr lang="en-US" dirty="0" err="1"/>
              <a:t>my_allure_results</a:t>
            </a:r>
            <a:endParaRPr lang="en-US" dirty="0"/>
          </a:p>
          <a:p>
            <a:pPr marL="4000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15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246449"/>
            <a:ext cx="10535770" cy="4443520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b="1" dirty="0" err="1" smtClean="0"/>
              <a:t>pytest</a:t>
            </a:r>
            <a:r>
              <a:rPr lang="en-US" b="1" dirty="0" smtClean="0"/>
              <a:t> --markers</a:t>
            </a:r>
            <a:r>
              <a:rPr lang="en-US" dirty="0" smtClean="0"/>
              <a:t>	#execute this </a:t>
            </a:r>
            <a:r>
              <a:rPr lang="en-US" dirty="0" err="1" smtClean="0"/>
              <a:t>cmd</a:t>
            </a:r>
            <a:r>
              <a:rPr lang="en-US" dirty="0" smtClean="0"/>
              <a:t> to get all markers available 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 smtClean="0"/>
              <a:t>Markers allows us to group tests</a:t>
            </a:r>
          </a:p>
          <a:p>
            <a:pPr marL="400050" lvl="1" indent="0">
              <a:buNone/>
            </a:pPr>
            <a:r>
              <a:rPr lang="en-US" dirty="0" err="1" smtClean="0"/>
              <a:t>Pytest</a:t>
            </a:r>
            <a:r>
              <a:rPr lang="en-US" dirty="0" smtClean="0"/>
              <a:t> has inbuilt and custom markers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 smtClean="0"/>
              <a:t>Inbuilt Markers</a:t>
            </a:r>
          </a:p>
          <a:p>
            <a:pPr marL="685800" lvl="1"/>
            <a:r>
              <a:rPr lang="en-US" b="1" dirty="0" smtClean="0"/>
              <a:t>@</a:t>
            </a:r>
            <a:r>
              <a:rPr lang="en-US" b="1" dirty="0" err="1" smtClean="0"/>
              <a:t>pytest.mark.skip</a:t>
            </a:r>
            <a:r>
              <a:rPr lang="en-US" dirty="0" smtClean="0"/>
              <a:t>     To skip specific test case</a:t>
            </a:r>
          </a:p>
          <a:p>
            <a:pPr marL="685800" lvl="1"/>
            <a:r>
              <a:rPr lang="en-US" b="1" dirty="0" smtClean="0"/>
              <a:t>@</a:t>
            </a:r>
            <a:r>
              <a:rPr lang="en-US" b="1" dirty="0" err="1" smtClean="0"/>
              <a:t>pytest.mark.skipif</a:t>
            </a:r>
            <a:r>
              <a:rPr lang="en-US" b="1" dirty="0" smtClean="0"/>
              <a:t>(</a:t>
            </a:r>
            <a:r>
              <a:rPr lang="en-US" b="1" dirty="0" err="1" smtClean="0"/>
              <a:t>someCondition</a:t>
            </a:r>
            <a:r>
              <a:rPr lang="en-US" b="1" dirty="0" smtClean="0"/>
              <a:t>)	To skip specific test case if condition satisfy</a:t>
            </a:r>
          </a:p>
          <a:p>
            <a:pPr marL="685800" lvl="1"/>
            <a:r>
              <a:rPr lang="en-US" b="1" dirty="0" smtClean="0"/>
              <a:t>@</a:t>
            </a:r>
            <a:r>
              <a:rPr lang="en-US" b="1" dirty="0" err="1" smtClean="0"/>
              <a:t>pytest.mark.xfail</a:t>
            </a:r>
            <a:r>
              <a:rPr lang="en-US" b="1" dirty="0" smtClean="0"/>
              <a:t>     # it means that you expect a test to fail for some reason. e.g. a test for a feature not yet implemented  or a bug not yet fixed. </a:t>
            </a:r>
          </a:p>
          <a:p>
            <a:pPr marL="1085850" lvl="2"/>
            <a:r>
              <a:rPr lang="en-US" b="1" dirty="0"/>
              <a:t>If such test case pass then will be reported as </a:t>
            </a:r>
            <a:r>
              <a:rPr lang="en-US" b="1" dirty="0" err="1"/>
              <a:t>xpass</a:t>
            </a:r>
            <a:r>
              <a:rPr lang="en-US" b="1" dirty="0"/>
              <a:t> other wise </a:t>
            </a:r>
            <a:r>
              <a:rPr lang="en-US" b="1" dirty="0" err="1" smtClean="0"/>
              <a:t>xfail</a:t>
            </a:r>
            <a:endParaRPr lang="en-US" b="1" dirty="0" smtClean="0"/>
          </a:p>
          <a:p>
            <a:pPr marL="685800" lvl="1"/>
            <a:r>
              <a:rPr lang="en-US" b="1" dirty="0"/>
              <a:t>@</a:t>
            </a:r>
            <a:r>
              <a:rPr lang="en-US" b="1" dirty="0" err="1" smtClean="0"/>
              <a:t>pytest.mark.parametrize</a:t>
            </a:r>
            <a:r>
              <a:rPr lang="en-US" b="1" dirty="0" smtClean="0"/>
              <a:t>( </a:t>
            </a:r>
            <a:r>
              <a:rPr lang="en-US" b="1" dirty="0" err="1" smtClean="0"/>
              <a:t>inputParameters</a:t>
            </a:r>
            <a:r>
              <a:rPr lang="en-US" b="1" dirty="0" smtClean="0"/>
              <a:t>, </a:t>
            </a:r>
            <a:r>
              <a:rPr lang="en-US" b="1" dirty="0" err="1" smtClean="0"/>
              <a:t>inputTuple</a:t>
            </a:r>
            <a:r>
              <a:rPr lang="en-US" b="1" dirty="0" smtClean="0"/>
              <a:t>) </a:t>
            </a:r>
          </a:p>
          <a:p>
            <a:pPr marL="857250" lvl="2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610417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246449"/>
            <a:ext cx="8825659" cy="4443520"/>
          </a:xfrm>
        </p:spPr>
        <p:txBody>
          <a:bodyPr>
            <a:normAutofit fontScale="85000" lnSpcReduction="10000"/>
          </a:bodyPr>
          <a:lstStyle/>
          <a:p>
            <a:pPr marL="400050" lvl="1" indent="0">
              <a:buNone/>
            </a:pPr>
            <a:r>
              <a:rPr lang="en-US" b="1" dirty="0" err="1" smtClean="0"/>
              <a:t>pytest</a:t>
            </a:r>
            <a:r>
              <a:rPr lang="en-US" b="1" dirty="0" smtClean="0"/>
              <a:t> --markers</a:t>
            </a:r>
            <a:r>
              <a:rPr lang="en-US" dirty="0" smtClean="0"/>
              <a:t>	#execute this </a:t>
            </a:r>
            <a:r>
              <a:rPr lang="en-US" dirty="0" err="1" smtClean="0"/>
              <a:t>cmd</a:t>
            </a:r>
            <a:r>
              <a:rPr lang="en-US" dirty="0" smtClean="0"/>
              <a:t> to get all markers available </a:t>
            </a:r>
          </a:p>
          <a:p>
            <a:pPr marL="400050" lvl="1" indent="0">
              <a:buNone/>
            </a:pPr>
            <a:endParaRPr lang="en-US" dirty="0" smtClean="0"/>
          </a:p>
          <a:p>
            <a:pPr marL="400050" lvl="1" indent="0">
              <a:buNone/>
            </a:pPr>
            <a:r>
              <a:rPr lang="en-US" b="1" dirty="0" smtClean="0"/>
              <a:t>@</a:t>
            </a:r>
            <a:r>
              <a:rPr lang="en-US" b="1" dirty="0" err="1" smtClean="0"/>
              <a:t>pytest.mark.markerName</a:t>
            </a:r>
            <a:r>
              <a:rPr lang="en-US" b="1" dirty="0" smtClean="0"/>
              <a:t>   </a:t>
            </a:r>
            <a:r>
              <a:rPr lang="en-US" dirty="0" smtClean="0"/>
              <a:t># </a:t>
            </a:r>
            <a:r>
              <a:rPr lang="en-US" dirty="0" err="1" smtClean="0"/>
              <a:t>markerName</a:t>
            </a:r>
            <a:r>
              <a:rPr lang="en-US" dirty="0" smtClean="0"/>
              <a:t> could be smoke, decorate test with this marker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b="1" dirty="0" err="1" smtClean="0"/>
              <a:t>pytest</a:t>
            </a:r>
            <a:r>
              <a:rPr lang="en-US" b="1" dirty="0" smtClean="0"/>
              <a:t> test_filename.py  -m smoke    #command to run smoke marked tests</a:t>
            </a:r>
          </a:p>
          <a:p>
            <a:pPr marL="400050" lvl="1" indent="0">
              <a:buNone/>
            </a:pPr>
            <a:r>
              <a:rPr lang="en-US" b="1" dirty="0" err="1" smtClean="0"/>
              <a:t>pytest</a:t>
            </a:r>
            <a:r>
              <a:rPr lang="en-US" b="1" dirty="0" smtClean="0"/>
              <a:t> test_filename.py -m “smoke or regression”</a:t>
            </a:r>
            <a:r>
              <a:rPr lang="en-US" dirty="0" smtClean="0"/>
              <a:t>		# either smoke or regression test run</a:t>
            </a:r>
          </a:p>
          <a:p>
            <a:pPr marL="400050" lvl="1" indent="0">
              <a:buNone/>
            </a:pPr>
            <a:endParaRPr lang="en-US" dirty="0" smtClean="0"/>
          </a:p>
          <a:p>
            <a:pPr marL="400050" lvl="1" indent="0">
              <a:buNone/>
            </a:pPr>
            <a:r>
              <a:rPr lang="en-US" dirty="0" smtClean="0"/>
              <a:t>Register custom markers in </a:t>
            </a:r>
            <a:r>
              <a:rPr lang="en-US" b="1" dirty="0" smtClean="0"/>
              <a:t>pytest.ini</a:t>
            </a:r>
            <a:r>
              <a:rPr lang="en-US" dirty="0" smtClean="0"/>
              <a:t> file, placed in root directory of project if not create one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 smtClean="0"/>
              <a:t>[</a:t>
            </a:r>
            <a:r>
              <a:rPr lang="en-US" dirty="0" err="1" smtClean="0"/>
              <a:t>pytest</a:t>
            </a:r>
            <a:r>
              <a:rPr lang="en-US" dirty="0" smtClean="0"/>
              <a:t>]</a:t>
            </a:r>
          </a:p>
          <a:p>
            <a:pPr marL="400050" lvl="1" indent="0">
              <a:buNone/>
            </a:pPr>
            <a:r>
              <a:rPr lang="en-US" dirty="0"/>
              <a:t>m</a:t>
            </a:r>
            <a:r>
              <a:rPr lang="en-US" dirty="0" smtClean="0"/>
              <a:t>arkers = </a:t>
            </a:r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	smoke: this is smoke scenario</a:t>
            </a:r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	regression: this is regression scenario 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 smtClean="0"/>
          </a:p>
          <a:p>
            <a:pPr marL="4000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6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Pytest.ini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246449"/>
            <a:ext cx="8825659" cy="4443520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dirty="0" smtClean="0"/>
              <a:t>Register custom markers in </a:t>
            </a:r>
            <a:r>
              <a:rPr lang="en-US" b="1" dirty="0" smtClean="0"/>
              <a:t>pytest.ini</a:t>
            </a:r>
            <a:r>
              <a:rPr lang="en-US" dirty="0" smtClean="0"/>
              <a:t> file, placed in root directory of project if not create one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 smtClean="0"/>
              <a:t>[</a:t>
            </a:r>
            <a:r>
              <a:rPr lang="en-US" dirty="0" err="1" smtClean="0"/>
              <a:t>pytest</a:t>
            </a:r>
            <a:r>
              <a:rPr lang="en-US" dirty="0" smtClean="0"/>
              <a:t>]</a:t>
            </a:r>
          </a:p>
          <a:p>
            <a:pPr marL="400050" lvl="1" indent="0">
              <a:buNone/>
            </a:pPr>
            <a:r>
              <a:rPr lang="en-US" dirty="0" err="1"/>
              <a:t>a</a:t>
            </a:r>
            <a:r>
              <a:rPr lang="en-US" dirty="0" err="1" smtClean="0"/>
              <a:t>ddopts</a:t>
            </a:r>
            <a:r>
              <a:rPr lang="en-US" dirty="0" smtClean="0"/>
              <a:t>= -</a:t>
            </a:r>
            <a:r>
              <a:rPr lang="en-US" dirty="0" err="1" smtClean="0"/>
              <a:t>rA</a:t>
            </a:r>
            <a:r>
              <a:rPr lang="en-US" dirty="0" smtClean="0"/>
              <a:t> –html=AutomationReport.html</a:t>
            </a:r>
          </a:p>
          <a:p>
            <a:pPr marL="400050" lvl="1" indent="0">
              <a:buNone/>
            </a:pPr>
            <a:r>
              <a:rPr lang="en-US" dirty="0"/>
              <a:t>m</a:t>
            </a:r>
            <a:r>
              <a:rPr lang="en-US" dirty="0" smtClean="0"/>
              <a:t>arkers = </a:t>
            </a:r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	smoke: this is smoke scenario</a:t>
            </a:r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	regression: this is regression scenario 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 smtClean="0"/>
          </a:p>
          <a:p>
            <a:pPr marL="4000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34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246449"/>
            <a:ext cx="8825659" cy="4443520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dirty="0" smtClean="0"/>
              <a:t>Fixture are functions attached to the tests which run before/after the test function is executed. </a:t>
            </a:r>
          </a:p>
          <a:p>
            <a:pPr marL="400050" lvl="1" indent="0">
              <a:buNone/>
            </a:pPr>
            <a:r>
              <a:rPr lang="en-US" dirty="0" smtClean="0"/>
              <a:t>Fixtures are a set of resources that have to be set up before and cleaned up once the test execution is completed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b="1" dirty="0" smtClean="0"/>
              <a:t>@</a:t>
            </a:r>
            <a:r>
              <a:rPr lang="en-US" b="1" dirty="0" err="1" smtClean="0"/>
              <a:t>pytest.fixture</a:t>
            </a:r>
            <a:r>
              <a:rPr lang="en-US" b="1" dirty="0" smtClean="0"/>
              <a:t>			# decorator to apply on function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b="1" dirty="0" smtClean="0"/>
              <a:t>yield</a:t>
            </a:r>
            <a:r>
              <a:rPr lang="en-US" dirty="0" smtClean="0"/>
              <a:t> 		# all line of code after yield keyword will get executed after test case 				complete execution. </a:t>
            </a:r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			Put all cleanup activities after yield e.g. close database connection, 				close </a:t>
            </a:r>
            <a:r>
              <a:rPr lang="en-US" dirty="0" err="1" smtClean="0"/>
              <a:t>oped</a:t>
            </a:r>
            <a:r>
              <a:rPr lang="en-US" dirty="0" smtClean="0"/>
              <a:t> file, etc</a:t>
            </a:r>
            <a:r>
              <a:rPr lang="en-US" dirty="0"/>
              <a:t>.</a:t>
            </a:r>
            <a:endParaRPr lang="en-US" dirty="0" smtClean="0"/>
          </a:p>
          <a:p>
            <a:pPr marL="4000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30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Test cases parallel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830" y="2246449"/>
            <a:ext cx="8825659" cy="4443520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dirty="0" smtClean="0"/>
              <a:t>By default all test case will execute sequentially i.e. one by one. </a:t>
            </a:r>
            <a:endParaRPr lang="en-US" dirty="0"/>
          </a:p>
          <a:p>
            <a:pPr marL="400050" lvl="1" indent="0">
              <a:buNone/>
            </a:pPr>
            <a:r>
              <a:rPr lang="en-US" dirty="0" smtClean="0"/>
              <a:t>If one wish to execute those in parallel mode then use </a:t>
            </a:r>
            <a:r>
              <a:rPr lang="en-US" b="1" dirty="0" err="1" smtClean="0"/>
              <a:t>pytest-xdist</a:t>
            </a:r>
            <a:r>
              <a:rPr lang="en-US" dirty="0" smtClean="0"/>
              <a:t> package</a:t>
            </a:r>
          </a:p>
          <a:p>
            <a:pPr marL="400050" lvl="1" indent="0">
              <a:buNone/>
            </a:pPr>
            <a:r>
              <a:rPr lang="en-US" sz="1800" b="1" dirty="0" smtClean="0"/>
              <a:t>pip </a:t>
            </a:r>
            <a:r>
              <a:rPr lang="en-US" sz="1800" b="1" dirty="0"/>
              <a:t>install </a:t>
            </a:r>
            <a:r>
              <a:rPr lang="en-US" sz="1800" b="1" dirty="0" err="1" smtClean="0"/>
              <a:t>pytest-xdist</a:t>
            </a:r>
            <a:endParaRPr lang="en-US" sz="1800" b="1" dirty="0" smtClean="0"/>
          </a:p>
          <a:p>
            <a:pPr marL="400050" lvl="1" indent="0">
              <a:buNone/>
            </a:pPr>
            <a:endParaRPr lang="en-US" sz="1800" b="1" dirty="0"/>
          </a:p>
          <a:p>
            <a:pPr marL="400050" lvl="1" indent="0">
              <a:buNone/>
            </a:pPr>
            <a:r>
              <a:rPr lang="en-US" dirty="0"/>
              <a:t>Run test cases on multiple </a:t>
            </a:r>
            <a:r>
              <a:rPr lang="en-US" dirty="0" err="1"/>
              <a:t>cpu</a:t>
            </a:r>
            <a:r>
              <a:rPr lang="en-US" dirty="0"/>
              <a:t> use below command</a:t>
            </a:r>
          </a:p>
          <a:p>
            <a:pPr marL="400050" lvl="1" indent="0">
              <a:buNone/>
            </a:pPr>
            <a:r>
              <a:rPr lang="en-US" sz="1800" b="1" dirty="0" err="1" smtClean="0"/>
              <a:t>pytest</a:t>
            </a:r>
            <a:r>
              <a:rPr lang="en-US" sz="1800" b="1" dirty="0" smtClean="0"/>
              <a:t> –n 3				# </a:t>
            </a:r>
            <a:r>
              <a:rPr lang="en-US" sz="1800" b="1" dirty="0" err="1" smtClean="0"/>
              <a:t>NumberOfCPU</a:t>
            </a:r>
            <a:r>
              <a:rPr lang="en-US" sz="1800" b="1" dirty="0" smtClean="0"/>
              <a:t> = 3</a:t>
            </a:r>
          </a:p>
          <a:p>
            <a:pPr marL="400050" lvl="1" indent="0">
              <a:buNone/>
            </a:pPr>
            <a:r>
              <a:rPr lang="en-US" sz="1800" b="1" dirty="0" smtClean="0"/>
              <a:t>Above command will run 3 test cases in parallel mode</a:t>
            </a:r>
          </a:p>
          <a:p>
            <a:pPr marL="400050" lvl="1" indent="0">
              <a:buNone/>
            </a:pPr>
            <a:r>
              <a:rPr lang="en-US" sz="1800" b="1" dirty="0"/>
              <a:t># </a:t>
            </a:r>
            <a:r>
              <a:rPr lang="en-US" sz="1800" dirty="0"/>
              <a:t>use</a:t>
            </a:r>
            <a:r>
              <a:rPr lang="en-US" sz="1800" b="1" dirty="0"/>
              <a:t> auto </a:t>
            </a:r>
            <a:r>
              <a:rPr lang="en-US" sz="1800" dirty="0"/>
              <a:t>if you want </a:t>
            </a:r>
            <a:r>
              <a:rPr lang="en-US" sz="1800" dirty="0" smtClean="0"/>
              <a:t>to </a:t>
            </a:r>
            <a:r>
              <a:rPr lang="en-US" sz="1800" dirty="0"/>
              <a:t>use as many as test case in parallel mode</a:t>
            </a:r>
            <a:endParaRPr lang="en-US" sz="1800" dirty="0" smtClean="0"/>
          </a:p>
          <a:p>
            <a:pPr marL="400050" lvl="1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35784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22360</TotalTime>
  <Words>837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JetBrains Mono</vt:lpstr>
      <vt:lpstr>Wingdings 3</vt:lpstr>
      <vt:lpstr>Ion Boardroom</vt:lpstr>
      <vt:lpstr>PyTest – Testing framework</vt:lpstr>
      <vt:lpstr>What?</vt:lpstr>
      <vt:lpstr>Installation </vt:lpstr>
      <vt:lpstr>File naming conventions</vt:lpstr>
      <vt:lpstr>Function/test case naming conventions</vt:lpstr>
      <vt:lpstr>Simple test</vt:lpstr>
      <vt:lpstr>Reporting flags</vt:lpstr>
      <vt:lpstr>Run test cases </vt:lpstr>
      <vt:lpstr>Setup pycharm for pytest</vt:lpstr>
      <vt:lpstr>Generate report </vt:lpstr>
      <vt:lpstr>Markers</vt:lpstr>
      <vt:lpstr>Markers</vt:lpstr>
      <vt:lpstr>Pytest.ini</vt:lpstr>
      <vt:lpstr>Fixture</vt:lpstr>
      <vt:lpstr>Run Test cases parallel </vt:lpstr>
    </vt:vector>
  </TitlesOfParts>
  <Company>Springer Nature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PyTest – Testing framework</dc:title>
  <dc:creator>Sagar Sarjerao Sarade</dc:creator>
  <cp:lastModifiedBy>Sagar Sarjerao Sarade</cp:lastModifiedBy>
  <cp:revision>43</cp:revision>
  <dcterms:created xsi:type="dcterms:W3CDTF">2021-10-12T13:23:42Z</dcterms:created>
  <dcterms:modified xsi:type="dcterms:W3CDTF">2022-01-02T04:10:26Z</dcterms:modified>
</cp:coreProperties>
</file>